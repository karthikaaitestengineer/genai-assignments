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D2FF"/>
                </a:solidFill>
                <a:latin typeface="Segoe UI"/>
              </a:defRPr>
            </a:pPr>
            <a:r>
              <a:t>Without LangChain vs With LangChain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FFFFF"/>
                </a:solidFill>
                <a:latin typeface="Segoe UI"/>
              </a:defRPr>
            </a:pPr>
            <a:r>
              <a:t>A Practical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CCCCC"/>
                </a:solidFill>
                <a:latin typeface="Segoe UI"/>
              </a:defRPr>
            </a:pPr>
            <a:r>
              <a:t>MongoDB &amp; LLM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200400" cy="41148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6B6B"/>
                </a:solidFill>
                <a:latin typeface="Segoe UI"/>
              </a:defRPr>
            </a:pPr>
            <a:r>
              <a:t>For MongoDB — Without 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6B6B"/>
                </a:solidFill>
                <a:latin typeface="Segoe UI"/>
              </a:rPr>
              <a:t>• </a:t>
            </a:r>
            <a:r>
              <a:rPr sz="2000">
                <a:solidFill>
                  <a:srgbClr val="CCCCCC"/>
                </a:solidFill>
                <a:latin typeface="Segoe UI"/>
              </a:rPr>
              <a:t>We have a separate file for mongodb connection around 30+ lines of code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6B6B"/>
                </a:solidFill>
                <a:latin typeface="Segoe UI"/>
              </a:rPr>
              <a:t>• </a:t>
            </a:r>
            <a:r>
              <a:rPr sz="2000">
                <a:solidFill>
                  <a:srgbClr val="CCCCCC"/>
                </a:solidFill>
                <a:latin typeface="Segoe UI"/>
              </a:rPr>
              <a:t>Separate dependency needs to be added in package.json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6B6B"/>
                </a:solidFill>
                <a:latin typeface="Segoe UI"/>
              </a:rPr>
              <a:t>• </a:t>
            </a:r>
            <a:r>
              <a:rPr sz="2000">
                <a:solidFill>
                  <a:srgbClr val="CCCCCC"/>
                </a:solidFill>
                <a:latin typeface="Segoe UI"/>
              </a:rPr>
              <a:t>For different type of searches we need to create index json, separated functions, request schema, api call to access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200400" cy="41148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FF88"/>
                </a:solidFill>
                <a:latin typeface="Segoe UI"/>
              </a:defRPr>
            </a:pPr>
            <a:r>
              <a:t>For MongoDB — With 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FF88"/>
                </a:solidFill>
                <a:latin typeface="Segoe UI"/>
              </a:rPr>
              <a:t>• </a:t>
            </a:r>
            <a:r>
              <a:rPr sz="2000">
                <a:solidFill>
                  <a:srgbClr val="CCCCCC"/>
                </a:solidFill>
                <a:latin typeface="Segoe UI"/>
              </a:rPr>
              <a:t>It has predefined methods to pass query parameters, to opt respective search types, connecting through connect string just by adding it in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200400" cy="41148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MONGODB —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27274A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Segoe UI"/>
              </a:defRPr>
            </a:pPr>
            <a:r>
              <a:t>Without LangChain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Separate file for mongodb connection (~30+ lines of code)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Separate dependency in package.json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Need to create index json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Separated functions for each search type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Request schema required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API call to access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27432" cy="4572000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0" y="3383280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5029200"/>
          </a:xfrm>
          <a:prstGeom prst="roundRect">
            <a:avLst/>
          </a:prstGeom>
          <a:solidFill>
            <a:srgbClr val="27274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FF88"/>
                </a:solidFill>
                <a:latin typeface="Segoe UI"/>
              </a:defRPr>
            </a:pPr>
            <a:r>
              <a:t>With LangChain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FF88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Predefined methods to pass query parameters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FF88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Opt respective search types directly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FF88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Connect through connect string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FF88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Just add it in dependency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200400" cy="41148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6B6B"/>
                </a:solidFill>
                <a:latin typeface="Segoe UI"/>
              </a:defRPr>
            </a:pPr>
            <a:r>
              <a:t>For LLM — Without 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6B6B"/>
                </a:solidFill>
                <a:latin typeface="Segoe UI"/>
              </a:rPr>
              <a:t>• </a:t>
            </a:r>
            <a:r>
              <a:rPr sz="2000">
                <a:solidFill>
                  <a:srgbClr val="CCCCCC"/>
                </a:solidFill>
                <a:latin typeface="Segoe UI"/>
              </a:rPr>
              <a:t>We need separate function to the respective service provider to call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515600" cy="32004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async function callGroq(prompt: string, model: string, maxTokens: number): Promise&lt;string&gt; {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const response = await fetch('https://api.groq.com/openai/v1/chat/completions', {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method: 'POST',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headers: {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  Authorization: `Bearer ${appConfig.groqApiKey}`,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  'Content-Type': 'application/json'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},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body: JSON.stringify({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  model,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  messages: [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    { role: 'system', content: 'You are a precise assistant. Follow the output format exactly.' },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    { role: 'user', content: prompt }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  ],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  temperature: 0,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  max_tokens: maxTokens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  })</a:t>
            </a:r>
          </a:p>
          <a:p>
            <a:pPr algn="l">
              <a:spcAft>
                <a:spcPts val="100"/>
              </a:spcAft>
              <a:defRPr sz="1100">
                <a:solidFill>
                  <a:srgbClr val="00FF88"/>
                </a:solidFill>
                <a:latin typeface="Consolas"/>
              </a:defRPr>
            </a:pPr>
            <a:r>
              <a:t>  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200400" cy="41148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FF88"/>
                </a:solidFill>
                <a:latin typeface="Segoe UI"/>
              </a:defRPr>
            </a:pPr>
            <a:r>
              <a:t>For LLM — With 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FF88"/>
                </a:solidFill>
                <a:latin typeface="Segoe UI"/>
              </a:rPr>
              <a:t>• </a:t>
            </a:r>
            <a:r>
              <a:rPr sz="2000">
                <a:solidFill>
                  <a:srgbClr val="CCCCCC"/>
                </a:solidFill>
                <a:latin typeface="Segoe UI"/>
              </a:rPr>
              <a:t>Using predefined methods to initialize and invoke the llm with just two lines of code where even we can pass the attributes too such as temperature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00FF88"/>
                </a:solidFill>
                <a:latin typeface="Segoe UI"/>
              </a:rPr>
              <a:t>• </a:t>
            </a:r>
            <a:r>
              <a:rPr sz="2000">
                <a:solidFill>
                  <a:srgbClr val="CCCCCC"/>
                </a:solidFill>
                <a:latin typeface="Segoe UI"/>
              </a:rPr>
              <a:t>Importing the respective service provider will be more than enough to access the predefined methods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200400" cy="41148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LLM —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/>
          </a:prstGeom>
          <a:solidFill>
            <a:srgbClr val="27274A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Segoe UI"/>
              </a:defRPr>
            </a:pPr>
            <a:r>
              <a:t>Without LangChain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Separate function per service provider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Manual HTTP fetch calls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Manually set headers, auth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Manually structure request body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Handle response parsing yourself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27432" cy="4572000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0" y="3383280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5303520"/>
          </a:xfrm>
          <a:prstGeom prst="roundRect">
            <a:avLst/>
          </a:prstGeom>
          <a:solidFill>
            <a:srgbClr val="27274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FF88"/>
                </a:solidFill>
                <a:latin typeface="Segoe UI"/>
              </a:defRPr>
            </a:pPr>
            <a:r>
              <a:t>With LangChain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FF88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Initialize &amp; invoke with just 2 lines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FF88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Pass attributes like temperature directly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FF88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Import respective service provider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FF88"/>
                </a:solidFill>
                <a:latin typeface="Segoe UI"/>
              </a:rPr>
              <a:t>• </a:t>
            </a:r>
            <a:r>
              <a:rPr sz="1500">
                <a:solidFill>
                  <a:srgbClr val="CCCCCC"/>
                </a:solidFill>
                <a:latin typeface="Segoe UI"/>
              </a:rPr>
              <a:t>Access all predefined methods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